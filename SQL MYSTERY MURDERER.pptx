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02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39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35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62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61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0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0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42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31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3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42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4348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826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441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6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53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59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C756FEE-C833-4CBB-BDB0-59E95D9D0122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CB385-1B56-4923-B536-52713FBB2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756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microsoft.com/office/2007/relationships/hdphoto" Target="../media/hdphoto3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chemeClr val="bg2">
                <a:lumMod val="75000"/>
              </a:schemeClr>
            </a:gs>
            <a:gs pos="0">
              <a:srgbClr val="809792"/>
            </a:gs>
            <a:gs pos="10000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AAB1C6-4CA0-BD9F-FC21-5745134D457C}"/>
              </a:ext>
            </a:extLst>
          </p:cNvPr>
          <p:cNvSpPr txBox="1"/>
          <p:nvPr/>
        </p:nvSpPr>
        <p:spPr>
          <a:xfrm>
            <a:off x="648119" y="664029"/>
            <a:ext cx="7188784" cy="1099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Murder Mystery: “Who Killed the CEO?”</a:t>
            </a:r>
          </a:p>
        </p:txBody>
      </p:sp>
      <p:pic>
        <p:nvPicPr>
          <p:cNvPr id="1026" name="Picture 2" descr="Cartoon of a person in a hat holding a magnifying glass&#10;&#10;AI-generated content may be incorrect.">
            <a:extLst>
              <a:ext uri="{FF2B5EF4-FFF2-40B4-BE49-F238E27FC236}">
                <a16:creationId xmlns:a16="http://schemas.microsoft.com/office/drawing/2014/main" id="{78E1978B-DCBD-92D9-36D5-DD76C059C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25742" y="1763486"/>
            <a:ext cx="3980139" cy="398013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CD7885-6788-F317-4324-2E58BA376EC4}"/>
              </a:ext>
            </a:extLst>
          </p:cNvPr>
          <p:cNvSpPr txBox="1"/>
          <p:nvPr/>
        </p:nvSpPr>
        <p:spPr>
          <a:xfrm>
            <a:off x="785506" y="2315756"/>
            <a:ext cx="78250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CEO of Tech Nova Inc. has been found dead in their office on October 15, 2025, at 9:00 PM.</a:t>
            </a: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I’m lead data analyst tasked with solving this case using SQL. </a:t>
            </a:r>
          </a:p>
          <a:p>
            <a:pPr algn="just">
              <a:buClr>
                <a:schemeClr val="accent4">
                  <a:lumMod val="50000"/>
                </a:schemeClr>
              </a:buClr>
              <a:buSzPct val="89000"/>
            </a:pP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Keycard logs</a:t>
            </a: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Phone call record</a:t>
            </a: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Alibis</a:t>
            </a: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89000"/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Evidence found in different rooms</a:t>
            </a:r>
          </a:p>
          <a:p>
            <a:pPr algn="just">
              <a:buSzPct val="89000"/>
            </a:pP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Graphic 10" descr="Magnifying glass with solid fill">
            <a:extLst>
              <a:ext uri="{FF2B5EF4-FFF2-40B4-BE49-F238E27FC236}">
                <a16:creationId xmlns:a16="http://schemas.microsoft.com/office/drawing/2014/main" id="{9D9F0550-3398-C979-B691-2F188937B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5743625"/>
            <a:ext cx="402771" cy="4027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36ABFD-1733-8E54-E26C-F1CC6AF2B0A3}"/>
              </a:ext>
            </a:extLst>
          </p:cNvPr>
          <p:cNvSpPr txBox="1"/>
          <p:nvPr/>
        </p:nvSpPr>
        <p:spPr>
          <a:xfrm>
            <a:off x="9013371" y="5777064"/>
            <a:ext cx="178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Naveen  R 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320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FA13FFF-F97E-4167-8153-7C308935D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671462-7D07-4DAC-9A76-F29B83360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3" name="Picture 2" descr="Cartoon of a person in a hat holding a magnifying glass&#10;&#10;AI-generated content may be incorrect.">
            <a:extLst>
              <a:ext uri="{FF2B5EF4-FFF2-40B4-BE49-F238E27FC236}">
                <a16:creationId xmlns:a16="http://schemas.microsoft.com/office/drawing/2014/main" id="{D8053A72-0365-2341-EB2E-ADB05B98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22147" y="3495056"/>
            <a:ext cx="3371818" cy="337181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25AAE11-F463-80A5-11F6-7DA76D535263}"/>
              </a:ext>
            </a:extLst>
          </p:cNvPr>
          <p:cNvSpPr txBox="1"/>
          <p:nvPr/>
        </p:nvSpPr>
        <p:spPr>
          <a:xfrm>
            <a:off x="5016484" y="3034449"/>
            <a:ext cx="48786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David Kumar entered the CEO’s Office at 20:50, right before the murder.</a:t>
            </a:r>
          </a:p>
          <a:p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remained there until 21:00, making him the only person present at the time.</a:t>
            </a:r>
            <a:endParaRPr lang="en-IN" sz="2400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 descr="A cartoon of a person lying on the floor&#10;&#10;AI-generated content may be incorrect.">
            <a:extLst>
              <a:ext uri="{FF2B5EF4-FFF2-40B4-BE49-F238E27FC236}">
                <a16:creationId xmlns:a16="http://schemas.microsoft.com/office/drawing/2014/main" id="{314E9FF9-0FA9-5ED8-C940-BB1702EE39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959" b="3766"/>
          <a:stretch>
            <a:fillRect/>
          </a:stretch>
        </p:blipFill>
        <p:spPr>
          <a:xfrm>
            <a:off x="220455" y="850611"/>
            <a:ext cx="4495998" cy="574613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1" name="Cloud 20">
            <a:extLst>
              <a:ext uri="{FF2B5EF4-FFF2-40B4-BE49-F238E27FC236}">
                <a16:creationId xmlns:a16="http://schemas.microsoft.com/office/drawing/2014/main" id="{391A0500-036D-BF31-5431-18BB814E8F20}"/>
              </a:ext>
            </a:extLst>
          </p:cNvPr>
          <p:cNvSpPr/>
          <p:nvPr/>
        </p:nvSpPr>
        <p:spPr>
          <a:xfrm>
            <a:off x="-2188" y="850611"/>
            <a:ext cx="4718642" cy="1868939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gradFill>
                <a:gsLst>
                  <a:gs pos="44800">
                    <a:srgbClr val="7B898B"/>
                  </a:gs>
                  <a:gs pos="0">
                    <a:schemeClr val="tx1">
                      <a:lumMod val="85000"/>
                    </a:schemeClr>
                  </a:gs>
                  <a:gs pos="100000">
                    <a:schemeClr val="bg2">
                      <a:shade val="62000"/>
                      <a:hueMod val="100000"/>
                      <a:satMod val="134000"/>
                      <a:lumMod val="56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DF511E-414A-D257-925E-83441586C5E9}"/>
              </a:ext>
            </a:extLst>
          </p:cNvPr>
          <p:cNvSpPr txBox="1">
            <a:spLocks/>
          </p:cNvSpPr>
          <p:nvPr/>
        </p:nvSpPr>
        <p:spPr>
          <a:xfrm>
            <a:off x="945227" y="1350833"/>
            <a:ext cx="4582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entered the CEO’s Office </a:t>
            </a:r>
          </a:p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 to the time of the murder ?</a:t>
            </a:r>
            <a:endParaRPr lang="en-IN" sz="1600" b="1" dirty="0">
              <a:solidFill>
                <a:schemeClr val="accent4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C098CA8-DBC8-4196-04AA-2C944AE3B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907" y="1350833"/>
            <a:ext cx="7072517" cy="118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98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oard with pictures and notes attached to it">
            <a:extLst>
              <a:ext uri="{FF2B5EF4-FFF2-40B4-BE49-F238E27FC236}">
                <a16:creationId xmlns:a16="http://schemas.microsoft.com/office/drawing/2014/main" id="{D9AC22A5-6054-1FEB-BD95-41794A6E5133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F086AA8-2728-4D8C-8FAA-F0321BB9C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3B1D5-27FB-4C73-5348-D413E3B93470}"/>
              </a:ext>
            </a:extLst>
          </p:cNvPr>
          <p:cNvSpPr txBox="1"/>
          <p:nvPr/>
        </p:nvSpPr>
        <p:spPr>
          <a:xfrm>
            <a:off x="293914" y="571500"/>
            <a:ext cx="81425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claimed to be somewhere else but was not?</a:t>
            </a:r>
            <a:endParaRPr lang="en-IN" sz="3200" b="1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2" descr="Cartoon of a person in a hat holding a magnifying glass">
            <a:extLst>
              <a:ext uri="{FF2B5EF4-FFF2-40B4-BE49-F238E27FC236}">
                <a16:creationId xmlns:a16="http://schemas.microsoft.com/office/drawing/2014/main" id="{51F1BD2E-4C06-8764-1DE6-700C28A71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96962" y="3710821"/>
            <a:ext cx="3371818" cy="337181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23E140-7D38-1619-F727-24AA58B03003}"/>
              </a:ext>
            </a:extLst>
          </p:cNvPr>
          <p:cNvSpPr txBox="1"/>
          <p:nvPr/>
        </p:nvSpPr>
        <p:spPr>
          <a:xfrm>
            <a:off x="293914" y="1648718"/>
            <a:ext cx="92746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Use JOIN</a:t>
            </a:r>
          </a:p>
          <a:p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to connect tables like employees</a:t>
            </a:r>
          </a:p>
          <a:p>
            <a:r>
              <a:rPr 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and </a:t>
            </a:r>
            <a:r>
              <a:rPr lang="en-US" sz="32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keycard_logs</a:t>
            </a:r>
            <a:endParaRPr lang="en-US" sz="3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IN" sz="3200" dirty="0">
              <a:solidFill>
                <a:schemeClr val="accent3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 descr="A screenshot of a computer">
            <a:extLst>
              <a:ext uri="{FF2B5EF4-FFF2-40B4-BE49-F238E27FC236}">
                <a16:creationId xmlns:a16="http://schemas.microsoft.com/office/drawing/2014/main" id="{C42A1AA7-7F8F-6F26-02A1-97DE3D404F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914" y="3317527"/>
            <a:ext cx="9793720" cy="20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75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suit and tie standing next to a person lying down&#10;&#10;AI-generated content may be incorrect.">
            <a:extLst>
              <a:ext uri="{FF2B5EF4-FFF2-40B4-BE49-F238E27FC236}">
                <a16:creationId xmlns:a16="http://schemas.microsoft.com/office/drawing/2014/main" id="{D14BF387-CE21-EAE0-F913-A750A764C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25"/>
          <a:stretch>
            <a:fillRect/>
          </a:stretch>
        </p:blipFill>
        <p:spPr>
          <a:xfrm>
            <a:off x="0" y="2635220"/>
            <a:ext cx="3145970" cy="4222779"/>
          </a:xfrm>
          <a:prstGeom prst="rect">
            <a:avLst/>
          </a:prstGeom>
        </p:spPr>
      </p:pic>
      <p:pic>
        <p:nvPicPr>
          <p:cNvPr id="4" name="Picture 2" descr="Cartoon of a person in a hat holding a magnifying glass&#10;&#10;AI-generated content may be incorrect.">
            <a:extLst>
              <a:ext uri="{FF2B5EF4-FFF2-40B4-BE49-F238E27FC236}">
                <a16:creationId xmlns:a16="http://schemas.microsoft.com/office/drawing/2014/main" id="{6FCB6CD6-D991-8527-5122-C08ADAFE2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41656" y="4309056"/>
            <a:ext cx="2707313" cy="270731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DE98D8-0411-6F88-45F8-D16254BF3CAC}"/>
              </a:ext>
            </a:extLst>
          </p:cNvPr>
          <p:cNvSpPr txBox="1"/>
          <p:nvPr/>
        </p:nvSpPr>
        <p:spPr>
          <a:xfrm>
            <a:off x="361215" y="457200"/>
            <a:ext cx="11134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Who made or received calls around 20:50–21:00?</a:t>
            </a:r>
            <a:endParaRPr lang="en-IN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10BCEE-12FA-EEBD-9658-B7DE1F9A0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79" y="1187051"/>
            <a:ext cx="11469570" cy="13030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FA78F2-0250-9644-C5B0-814B2CCA8B29}"/>
              </a:ext>
            </a:extLst>
          </p:cNvPr>
          <p:cNvSpPr txBox="1"/>
          <p:nvPr/>
        </p:nvSpPr>
        <p:spPr>
          <a:xfrm>
            <a:off x="4276427" y="3985771"/>
            <a:ext cx="66767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Alice Johnson and David Kumar were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involved in a call at 20:55,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placing both in communication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during the critical 20:50–21:00 time window.”</a:t>
            </a:r>
          </a:p>
          <a:p>
            <a:endParaRPr lang="en-IN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73040C-1CCC-3F71-A5C2-06691231E101}"/>
              </a:ext>
            </a:extLst>
          </p:cNvPr>
          <p:cNvSpPr txBox="1"/>
          <p:nvPr/>
        </p:nvSpPr>
        <p:spPr>
          <a:xfrm>
            <a:off x="2416627" y="2937441"/>
            <a:ext cx="3214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Cross-check alibis with actual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logs JOIN, subqueries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6592148F-1204-F6B6-0AC4-5A01B33F9AC5}"/>
              </a:ext>
            </a:extLst>
          </p:cNvPr>
          <p:cNvSpPr/>
          <p:nvPr/>
        </p:nvSpPr>
        <p:spPr>
          <a:xfrm>
            <a:off x="1869065" y="2840540"/>
            <a:ext cx="4049487" cy="914400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953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in a room with a fireplace and a hat&#10;&#10;AI-generated content may be incorrect.">
            <a:extLst>
              <a:ext uri="{FF2B5EF4-FFF2-40B4-BE49-F238E27FC236}">
                <a16:creationId xmlns:a16="http://schemas.microsoft.com/office/drawing/2014/main" id="{F76C7DB3-72D1-8D66-D21D-DEBE7A6C1E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9" t="25332" r="89" b="18418"/>
          <a:stretch>
            <a:fillRect/>
          </a:stretch>
        </p:blipFill>
        <p:spPr>
          <a:xfrm>
            <a:off x="76220" y="0"/>
            <a:ext cx="1219198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D08108-92CF-8C04-63D2-06B8435152A4}"/>
              </a:ext>
            </a:extLst>
          </p:cNvPr>
          <p:cNvSpPr txBox="1"/>
          <p:nvPr/>
        </p:nvSpPr>
        <p:spPr>
          <a:xfrm>
            <a:off x="468086" y="337457"/>
            <a:ext cx="10548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evidence was found at the crime scene?</a:t>
            </a:r>
            <a:endParaRPr lang="en-IN" sz="3600" b="1" dirty="0">
              <a:solidFill>
                <a:schemeClr val="accent4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2" descr="Cartoon of a person in a hat holding a magnifying glass&#10;&#10;AI-generated content may be incorrect.">
            <a:extLst>
              <a:ext uri="{FF2B5EF4-FFF2-40B4-BE49-F238E27FC236}">
                <a16:creationId xmlns:a16="http://schemas.microsoft.com/office/drawing/2014/main" id="{756937CD-0470-D838-76D6-76BADCE7D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30434" y="3655076"/>
            <a:ext cx="3371818" cy="337181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00441264-24D1-2D27-0E31-E63465FFF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48" y="983788"/>
            <a:ext cx="9655880" cy="1461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39BF56-1D82-1916-CD02-2D64A03C807A}"/>
              </a:ext>
            </a:extLst>
          </p:cNvPr>
          <p:cNvSpPr txBox="1"/>
          <p:nvPr/>
        </p:nvSpPr>
        <p:spPr>
          <a:xfrm>
            <a:off x="763377" y="2835550"/>
            <a:ext cx="85670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 the crime scene in the CEO’s Office,</a:t>
            </a:r>
          </a:p>
          <a:p>
            <a:pPr algn="just"/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investigators found a fingerprint </a:t>
            </a:r>
          </a:p>
          <a:p>
            <a:pPr algn="just"/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the desk and keycard log mismatches,</a:t>
            </a:r>
          </a:p>
          <a:p>
            <a:pPr algn="just"/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pointing to suspicious unauthorized access.”</a:t>
            </a:r>
            <a:endParaRPr lang="en-IN" sz="2800" dirty="0">
              <a:solidFill>
                <a:schemeClr val="accent3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75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BE998C-2A4C-6918-1DED-9A54598C70E7}"/>
              </a:ext>
            </a:extLst>
          </p:cNvPr>
          <p:cNvSpPr txBox="1"/>
          <p:nvPr/>
        </p:nvSpPr>
        <p:spPr>
          <a:xfrm>
            <a:off x="473755" y="1219871"/>
            <a:ext cx="11587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Which suspect’s movements, alibi, and call activity don’t add up?</a:t>
            </a:r>
            <a:endParaRPr lang="en-IN" sz="2800" b="1" dirty="0">
              <a:solidFill>
                <a:schemeClr val="accent4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2" descr="Cartoon of a person in a hat holding a magnifying glass">
            <a:extLst>
              <a:ext uri="{FF2B5EF4-FFF2-40B4-BE49-F238E27FC236}">
                <a16:creationId xmlns:a16="http://schemas.microsoft.com/office/drawing/2014/main" id="{7D5248C2-8EE7-DA83-29BD-5EE0F36B5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99806" y="1743091"/>
            <a:ext cx="3371818" cy="337181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CDC90C-2D27-109B-E7F8-CDB3F271F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0" y="4765602"/>
            <a:ext cx="11823727" cy="1721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299158-4FE2-ECC5-3924-91BED660F8E0}"/>
              </a:ext>
            </a:extLst>
          </p:cNvPr>
          <p:cNvSpPr txBox="1"/>
          <p:nvPr/>
        </p:nvSpPr>
        <p:spPr>
          <a:xfrm>
            <a:off x="713243" y="2346406"/>
            <a:ext cx="78703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David Kumar’s story collapses—he was in the CEO Office at the murder time,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claimed he was in the Server Room, and made a call at 20:55, exposing false alibis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78683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9CE3C-0646-00B7-BCF6-6FA99E758F31}"/>
              </a:ext>
            </a:extLst>
          </p:cNvPr>
          <p:cNvSpPr txBox="1"/>
          <p:nvPr/>
        </p:nvSpPr>
        <p:spPr>
          <a:xfrm>
            <a:off x="976020" y="2892347"/>
            <a:ext cx="10236783" cy="3908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8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David Kumar is the killer </a:t>
            </a:r>
            <a:r>
              <a:rPr lang="en-US" sz="2800" dirty="0" err="1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because:He</a:t>
            </a:r>
            <a:r>
              <a:rPr lang="en-US" sz="28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was the only person present in the CEO Office at the time of the </a:t>
            </a:r>
            <a:r>
              <a:rPr lang="en-US" sz="2800" dirty="0" err="1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murder.He</a:t>
            </a:r>
            <a:r>
              <a:rPr lang="en-US" sz="28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lied about his location, providing a false </a:t>
            </a:r>
            <a:r>
              <a:rPr lang="en-US" sz="2800" dirty="0" err="1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alibi.Call</a:t>
            </a:r>
            <a:r>
              <a:rPr lang="en-US" sz="28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logs show he was active inside during the </a:t>
            </a:r>
            <a:r>
              <a:rPr lang="en-US" sz="2800" dirty="0" err="1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murder.Evidence</a:t>
            </a:r>
            <a:r>
              <a:rPr lang="en-US" sz="28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at the scene directly matches </a:t>
            </a:r>
            <a:r>
              <a:rPr lang="en-US" sz="2800" dirty="0" err="1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him.All</a:t>
            </a:r>
            <a:r>
              <a:rPr lang="en-US" sz="28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data points—movements, calls, alibi, and physical evidence—converge on David Kumar as the murderer.</a:t>
            </a:r>
          </a:p>
        </p:txBody>
      </p:sp>
      <p:pic>
        <p:nvPicPr>
          <p:cNvPr id="2" name="Picture 2" descr="Cartoon of a person in a hat holding a magnifying glass&#10;&#10;AI-generated content may be incorrect.">
            <a:extLst>
              <a:ext uri="{FF2B5EF4-FFF2-40B4-BE49-F238E27FC236}">
                <a16:creationId xmlns:a16="http://schemas.microsoft.com/office/drawing/2014/main" id="{E6012531-ABF6-13E3-086A-E0E4AF74C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22642" y="535412"/>
            <a:ext cx="1849635" cy="184963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13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pan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168</TotalTime>
  <Words>325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Segoe UI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rs</dc:creator>
  <cp:lastModifiedBy>naveen rs</cp:lastModifiedBy>
  <cp:revision>1</cp:revision>
  <dcterms:created xsi:type="dcterms:W3CDTF">2025-11-28T10:02:08Z</dcterms:created>
  <dcterms:modified xsi:type="dcterms:W3CDTF">2025-11-28T12:51:03Z</dcterms:modified>
</cp:coreProperties>
</file>